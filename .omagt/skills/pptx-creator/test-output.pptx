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Ecosystems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AI Agent 生态全景洞察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2026-06-09  |  技能测试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82880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8288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182880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371600"/>
            <a:ext cx="18288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9748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内置+可选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技能类别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82880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官方技能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371600"/>
            <a:ext cx="182880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37160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9516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Skills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技能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主流 Agent 技能平台对比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828800"/>
                <a:gridCol w="182880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自进化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开放标准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生态类型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Hermes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34+ 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DSPy+GEPA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agentskills.io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社区开源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 Skills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发起方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官方示例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Skills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格式兼容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GCP 专用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agentskills.io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0（标准）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标准本身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开放格式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开放生态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agentskills.io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开放格式标准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1828800" cy="9144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3200400"/>
            <a:ext cx="1828800" cy="9144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137160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PPTCreator Skill Test Complete 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 Dark/Light Sandwich  |  16:9  |  PptxGenJS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Ecosystems Overview</dc:title>
  <dc:subject>PptxGenJS Presentation</dc:subject>
  <dc:creator>PPTCreator Skill Test</dc:creator>
  <cp:lastModifiedBy>PPTCreator Skill Test</cp:lastModifiedBy>
  <cp:revision>1</cp:revision>
  <dcterms:created xsi:type="dcterms:W3CDTF">2026-06-09T10:12:05Z</dcterms:created>
  <dcterms:modified xsi:type="dcterms:W3CDTF">2026-06-09T10:12:05Z</dcterms:modified>
</cp:coreProperties>
</file>